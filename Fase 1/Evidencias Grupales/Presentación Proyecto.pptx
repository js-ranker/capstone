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C45C73-7F4E-BAB6-D9F4-4787C3EB72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393410-47BA-CC6C-E28F-89BE249124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FF56535-E172-5F26-9EF1-68AF690AD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E31C6D-066F-5374-CB51-93AB1662E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83AFBC-FAD1-E974-6E49-0FCAC9272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67987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11DEE2-3FCA-E67F-7FE9-1A6AA2D76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23BB8CD-CCE2-A726-DDFA-4D9636D289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D07DEB-4E49-D265-A32D-EDFFB88E8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A1BF130-1E73-8F70-0E85-98BB3BAA5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6E7082-E986-68F0-5E4C-D682C12E8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44477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17406C-19E7-D128-517C-059194E5D4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CDC6244-F874-2014-0662-628803BC56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6C6B1F7-A579-5EE9-3E98-9BCCC1268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8F51BE-3531-7E53-F188-AE3BCB79A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2D4C21-94B6-CCAF-7A23-FED6177D2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414133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D27E6F-A8C0-D6A4-33F6-7B0D37758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BA4430-9A22-69DE-B360-88B2FACC6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C2F6A57-03DA-BBFE-9EAD-75CE68C979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E978266-1C44-1105-C509-ECC714FF8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993DCDD-A343-08ED-033B-0BE95754F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BD10FD2-1B7A-C0EB-2AEA-5A28E023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676912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8AE5B0-1483-B753-582C-DA785FB4B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7735A5-A37B-373C-7C39-25948CC3A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FBE0894-2FAB-2251-6CA5-1A6B8E5FA5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8DA86E5-78A5-A84C-25D8-318AB9C08B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FF0B496-F9EA-D1CF-7789-320972367B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7BC8527-F5E5-385B-6BAC-A033EC492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B0E4A356-C3F6-74DF-139B-E4A0ACD81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9ECD9AA-F0D9-18F0-0CA3-658771418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968895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FEA26C-139E-F32E-DDA9-095656994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D02DC01-68E2-382C-A385-484A0702F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460D1C8-53E0-6BC5-0DB6-FD096A09E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37EABCE-1FE6-91D9-AEE1-95D54871C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96633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CB4FE4-D456-B015-02E8-27B2E1449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D4E5FB8-5136-0831-590A-6909E750E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9A2DFF-9966-9FEC-00FF-5E64F13A9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028247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84FD57E-A352-8F0A-99CF-850B76B67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A229E2-4B54-65F7-EA8F-5978DF34B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61B6130-386F-9BD1-4E17-A4D0B18EE0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43A800-3425-F25F-B2EC-0F8302046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D6B522F-C3A8-69AE-6D8E-01D55BE66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FE941E2-4BF5-F22F-A591-797DC87A8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263245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ACB7FD-0AC2-E463-A655-1AC3114F4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46F12C1-6EE5-3480-710E-9EBB803F45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86DE657-9DD8-AF48-35C8-A7D7B221C6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0F5884A-4C6A-25DD-3913-B69BD6660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14A3B07-F128-DC13-099F-2EDD8DDCA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E3A3C8F-418C-D164-42FA-2E44812E8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54548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F5DB48-92A6-9DFE-BC5E-4B60E6F0B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A14522B-FCAC-D29C-B8EB-CC6E71E6E5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5076123-0E0C-6BC1-9DB2-D7F54FDD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291C931-5325-7905-0B38-2B0CC6635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5AAC79-0FE7-AC7F-C788-174B51711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09789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446CE66D-D78C-9015-392D-8F0B82623E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C37DC0A-6C28-0BFA-592A-9FC3D38914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E7CF93-DFC9-B649-D805-036D5DA9F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501F34-9A88-A4A3-21B7-0F34AFF86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075BFE2-06C4-E7D5-C68F-C4CF171B1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780041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C9E80B2-A1E6-65EF-AD24-6FB6EBA8B3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4FDF17F-4923-1328-AAE5-9EDB6E7EEB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FB6B2F-2571-A522-AB49-39114958B3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E4B0D2-4844-4415-B080-942A47B0BED2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87C90C-BC08-0784-BEBE-BDBD48BA9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1D3A112-3A7C-E2DF-D320-6E3EED15E6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0420B1-395C-4A5C-99E4-78A0B2AD8056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64257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AD7C45-BB69-9B0B-1CA8-8DBDF4FDF27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A0E73C1-B0ED-D0C1-4D6A-C42D90AC33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473625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Trinidad Gaete Mella</dc:creator>
  <cp:lastModifiedBy>Maria Trinidad Gaete Mella</cp:lastModifiedBy>
  <cp:revision>1</cp:revision>
  <dcterms:created xsi:type="dcterms:W3CDTF">2026-09-03T03:22:38Z</dcterms:created>
  <dcterms:modified xsi:type="dcterms:W3CDTF">2026-09-03T03:23:16Z</dcterms:modified>
</cp:coreProperties>
</file>